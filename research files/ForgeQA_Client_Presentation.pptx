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ForgeQA</a:t>
            </a:r>
          </a:p>
          <a:p>
            <a:pPr>
              <a:spcBef>
                <a:spcPts val="800"/>
              </a:spcBef>
              <a:defRPr sz="2400" b="1">
                <a:solidFill>
                  <a:srgbClr val="0EA5E9"/>
                </a:solidFill>
              </a:defRPr>
            </a:pPr>
            <a:r>
              <a:t>AI-Powered Test Generation &amp; Automation Platform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From Natural Language Requirements to Executable Test Scripts, RAG Knowledge Base &amp; Regression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Built Platform Capabilities Overview  |  Stack: React 19, Node.js, Express, MongoDB, Multi-AI Providers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Website: https://forgeqa.in  |  Application Engine Version: 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Capabilities Built in ForgeQA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AI Test Case Generator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Converts plain text requirements into categorized test matrices (Positive, Negative, Validation, Edge cases).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Multi-Framework Script Generator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Generates executable code in Playwright, Cypress, Selenium, Puppeteer (TS, JS, Python, Java, C#).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BYOK Multi-AI Provider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Connect your own API key for Gemini, OpenAI, Claude, Groq, OpenRouter, or OpenCode.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RAG Knowledge Base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Upload PDF, Word (DOCX), TXT, or SharePoint docs to ground test generation in company specs.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Regression &amp; Build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Upload Web &amp; Android APK builds, configure webhooks, and trigger automated regression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931920"/>
            <a:ext cx="347472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Suites &amp; License Governance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Group test cases into color-coded suites, assign team roles, and secure data with Screen Capture Shield.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Test Matrix Generator (/generator)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Categorized Test Case Matrix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 Positive Test Cases: Verifies expected standard user flows.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 Negative Test Cases: Checks invalid inputs &amp; failure handling.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 Validation Checks: Validates input field bounds &amp; formats.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 Edge Cases: Identifies boundary conditions &amp; unusual scenarios.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 Structured Schema: Unique ID (TC_001...), Summary, Test Steps, Expected Result, Status (Draft / Reviewed / Approved).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One-Click Document Export &amp; Storage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✓  Export to Excel (.xlsx): Spreadsheets formatted for QA teams.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✓  Export to PDF (.pdf): Printable test specifications.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✓  Export to Word (.docx): Document reports for documentation.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✓  Persistent History: Saves up to 50 generation runs per user.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✓  Quick Reload: Instant retrieval of past test matrices.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Script Generator &amp; Multi-AI BYOK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4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Frameworks &amp; Programming Languages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Automation Frameworks: Playwright, Cypress, Selenium, Puppeteer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Supported Languages: TypeScript, JavaScript, Python, Java, C#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Target URL Configuration: Generates page object selectors for your exact app URL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Options &amp; Viewport: Headless mode toggle &amp; configurable viewport width/height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Bring Your Own Key (BYOK) Providers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Google Gemini: Gemini 2.0 Flash &amp; Gemini 2.5 Flash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OpenAI: GPT-4o &amp; GPT models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Anthropic Claude: Claude 3.5 Sonnet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Groq &amp; OpenRouter: High-speed inference models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OpenCode / Local AI: Custom API endpoint integration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✓  Secure Storage: Per-user API key encryption in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RAG Knowledge Base &amp; Document Context (/knowledge)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5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Supported File Formats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Upload PDF (.pdf), Word (.docx), Plain Text (.txt), Markdown (.md), and SharePoint synced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Processing &amp; Chunking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Automatic text extraction &amp; semantic chunking status tracking: Processing → Needs Chunking → 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Context-Aware AI Generation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When generating tests, AI retrieves top relevant knowledge chunks score-ranked against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Doc Parsing Engine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Integrated server parsers: pdf-parse, mammoth (Word), tesseract.js OCR, and MongoDB document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Regression Testing Engine (/regression)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Build Artifact Uploads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Upload Web build bundles (.zip)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Upload Android application builds (.apk)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Track version numbers &amp; build sizes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Store build history in system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Webhook Integration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Configurable build webhook endpoints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Auto-trigger regression runs on build updates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Web &amp; Mobile platform selectors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Seamless integration into build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Execution Status &amp; Artifacts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Track status: Pending, Running, Passed, Failed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Detailed actual output &amp; error log messages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Screenshot artifact capture on test failures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Run completion timestamps &amp; build versioning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Test Suites, Security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Test Suite Management (/suites)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Group test cases into custom test suites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Color-coded suite badges &amp; descriptions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Track case status: Draft, Reviewed, 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Team &amp; License Control (/settings)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Product Key activation &amp; validation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Team roles: Admin, Member, Viewer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User profile management &amp; password reset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Built-in Screen Capture Shield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Blocks PrintScreen &amp; Win+Shift+S snipping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Blocks right-click context menu &amp; image dragging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 Logs security events to protect corporate 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FORGEQA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Platform Architecture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EA5E9"/>
                </a:solidFill>
              </a:defRPr>
            </a:pPr>
            <a:r>
              <a:t>ForgeQA.in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ForgeQA Product Presentation  |  Built Features Overview  |  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Technical Architecture &amp; Engine Stack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 Frontend Application: React 19, TypeScript, Vite, TailwindCSS v4, Zustand, Framer Motion, Three.js, Lucide Icons.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 Backend REST API: Node.js (v24), Express, MongoDB driver, JWT authentication with session refresh cookie.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 Document &amp; Parser Libraries: ExcelJS / XLSX, pdf-parse, Mammoth (docx), Tesseract.js (OCR), Multer upload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Experience ForgeQA Live</a:t>
            </a:r>
          </a:p>
          <a:p>
            <a:pPr>
              <a:spcBef>
                <a:spcPts val="800"/>
              </a:spcBef>
              <a:defRPr sz="1400">
                <a:solidFill>
                  <a:srgbClr val="22C55E"/>
                </a:solidFill>
              </a:defRPr>
            </a:pPr>
            <a:r>
              <a:t>Website: https://forgeqa.in  |  API Server: node server/index.js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Thank you! Open for Questions &amp;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1000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jagath r</cp:lastModifiedBy>
  <cp:revision>1</cp:revision>
  <dcterms:created xsi:type="dcterms:W3CDTF">2013-01-27T09:14:16Z</dcterms:created>
  <dcterms:modified xsi:type="dcterms:W3CDTF">2026-07-26T13:26:55Z</dcterms:modified>
  <cp:category/>
</cp:coreProperties>
</file>